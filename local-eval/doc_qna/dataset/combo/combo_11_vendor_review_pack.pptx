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IT VENDOR REVIEW PACK — Q1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Portfolio Performance Overview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Vendor Scorecard — Full Q1 2025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Spend/yr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Q1 Score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Breaches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Trend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DataVault Inc.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$284,000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76/100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↓ -4pp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MEDIUM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Wipro MSP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71/100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↓ -8pp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ISSUE PIN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Cognizant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$780,000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85/100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↑ +2pp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EXTEND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Rackspace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64/100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↓ -12pp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IBM Mainframe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$420,000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88/100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→ steady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RETAIN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CloudStore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82/100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↑ +1pp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RETAIN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NetGuard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$95,000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94/100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↑ +3pp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EXCELLENT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Accenture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$340,000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82/100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↑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CONTINUE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PwC IT Audit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$95,000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91/100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↑ +2pp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EXCELLENT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InfraLink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$160,000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88/100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→ steady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RETAIN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DataVault Inc.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DataVault Inc.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DataVault Inc.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Wipro MSP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Wipro MSP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Wipro MSP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Cognizant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Cognizant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Cognizant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Rackspace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Rackspace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Rackspace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IBM Mainframe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IBM Mainframe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IBM Mainframe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CloudStore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CloudStore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CloudStore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NetGuard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NetGuard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NetGuard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Accenture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Accenture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Accenture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PwC IT Audit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PwC IT Audit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PwC IT Audit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InfraLink — Performance Trend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InfraLink — Monthly SLA FY2024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InfraLink — Scorecard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