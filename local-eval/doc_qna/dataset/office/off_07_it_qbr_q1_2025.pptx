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7A708-C8FF-4387-E643-96219D4E8070}" v="52" dt="2026-05-11T19:23:31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yn Blake" userId="S::carolyn.blake@servicenow.com::e767b403-7e5c-402b-8f91-f3fed2df70d8" providerId="AD" clId="Web-{7247A708-C8FF-4387-E643-96219D4E8070}"/>
    <pc:docChg chg="modSld">
      <pc:chgData name="Carolyn Blake" userId="S::carolyn.blake@servicenow.com::e767b403-7e5c-402b-8f91-f3fed2df70d8" providerId="AD" clId="Web-{7247A708-C8FF-4387-E643-96219D4E8070}" dt="2026-05-11T19:23:31.513" v="51" actId="1076"/>
      <pc:docMkLst>
        <pc:docMk/>
      </pc:docMkLst>
      <pc:sldChg chg="modSp">
        <pc:chgData name="Carolyn Blake" userId="S::carolyn.blake@servicenow.com::e767b403-7e5c-402b-8f91-f3fed2df70d8" providerId="AD" clId="Web-{7247A708-C8FF-4387-E643-96219D4E8070}" dt="2026-05-11T19:23:31.513" v="51" actId="1076"/>
        <pc:sldMkLst>
          <pc:docMk/>
          <pc:sldMk cId="0" sldId="258"/>
        </pc:sldMkLst>
        <pc:picChg chg="mod">
          <ac:chgData name="Carolyn Blake" userId="S::carolyn.blake@servicenow.com::e767b403-7e5c-402b-8f91-f3fed2df70d8" providerId="AD" clId="Web-{7247A708-C8FF-4387-E643-96219D4E8070}" dt="2026-05-11T19:23:31.513" v="51" actId="1076"/>
          <ac:picMkLst>
            <pc:docMk/>
            <pc:sldMk cId="0" sldId="25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34.822" v="0" actId="1076"/>
        <pc:sldMkLst>
          <pc:docMk/>
          <pc:sldMk cId="0" sldId="259"/>
        </pc:sldMkLst>
        <pc:picChg chg="mod">
          <ac:chgData name="Carolyn Blake" userId="S::carolyn.blake@servicenow.com::e767b403-7e5c-402b-8f91-f3fed2df70d8" providerId="AD" clId="Web-{7247A708-C8FF-4387-E643-96219D4E8070}" dt="2026-05-11T19:21:34.822" v="0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37.213" v="1" actId="1076"/>
        <pc:sldMkLst>
          <pc:docMk/>
          <pc:sldMk cId="0" sldId="260"/>
        </pc:sldMkLst>
        <pc:picChg chg="mod">
          <ac:chgData name="Carolyn Blake" userId="S::carolyn.blake@servicenow.com::e767b403-7e5c-402b-8f91-f3fed2df70d8" providerId="AD" clId="Web-{7247A708-C8FF-4387-E643-96219D4E8070}" dt="2026-05-11T19:21:37.213" v="1" actId="1076"/>
          <ac:picMkLst>
            <pc:docMk/>
            <pc:sldMk cId="0" sldId="260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39.916" v="2" actId="1076"/>
        <pc:sldMkLst>
          <pc:docMk/>
          <pc:sldMk cId="0" sldId="261"/>
        </pc:sldMkLst>
        <pc:picChg chg="mod">
          <ac:chgData name="Carolyn Blake" userId="S::carolyn.blake@servicenow.com::e767b403-7e5c-402b-8f91-f3fed2df70d8" providerId="AD" clId="Web-{7247A708-C8FF-4387-E643-96219D4E8070}" dt="2026-05-11T19:21:39.916" v="2" actId="1076"/>
          <ac:picMkLst>
            <pc:docMk/>
            <pc:sldMk cId="0" sldId="261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42.432" v="3" actId="1076"/>
        <pc:sldMkLst>
          <pc:docMk/>
          <pc:sldMk cId="0" sldId="262"/>
        </pc:sldMkLst>
        <pc:picChg chg="mod">
          <ac:chgData name="Carolyn Blake" userId="S::carolyn.blake@servicenow.com::e767b403-7e5c-402b-8f91-f3fed2df70d8" providerId="AD" clId="Web-{7247A708-C8FF-4387-E643-96219D4E8070}" dt="2026-05-11T19:21:42.432" v="3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45.932" v="4" actId="1076"/>
        <pc:sldMkLst>
          <pc:docMk/>
          <pc:sldMk cId="0" sldId="263"/>
        </pc:sldMkLst>
        <pc:picChg chg="mod">
          <ac:chgData name="Carolyn Blake" userId="S::carolyn.blake@servicenow.com::e767b403-7e5c-402b-8f91-f3fed2df70d8" providerId="AD" clId="Web-{7247A708-C8FF-4387-E643-96219D4E8070}" dt="2026-05-11T19:21:45.932" v="4" actId="1076"/>
          <ac:picMkLst>
            <pc:docMk/>
            <pc:sldMk cId="0" sldId="263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47.604" v="5" actId="1076"/>
        <pc:sldMkLst>
          <pc:docMk/>
          <pc:sldMk cId="0" sldId="264"/>
        </pc:sldMkLst>
        <pc:picChg chg="mod">
          <ac:chgData name="Carolyn Blake" userId="S::carolyn.blake@servicenow.com::e767b403-7e5c-402b-8f91-f3fed2df70d8" providerId="AD" clId="Web-{7247A708-C8FF-4387-E643-96219D4E8070}" dt="2026-05-11T19:21:47.604" v="5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49.244" v="6" actId="1076"/>
        <pc:sldMkLst>
          <pc:docMk/>
          <pc:sldMk cId="0" sldId="265"/>
        </pc:sldMkLst>
        <pc:picChg chg="mod">
          <ac:chgData name="Carolyn Blake" userId="S::carolyn.blake@servicenow.com::e767b403-7e5c-402b-8f91-f3fed2df70d8" providerId="AD" clId="Web-{7247A708-C8FF-4387-E643-96219D4E8070}" dt="2026-05-11T19:21:49.244" v="6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51.338" v="7" actId="1076"/>
        <pc:sldMkLst>
          <pc:docMk/>
          <pc:sldMk cId="0" sldId="266"/>
        </pc:sldMkLst>
        <pc:picChg chg="mod">
          <ac:chgData name="Carolyn Blake" userId="S::carolyn.blake@servicenow.com::e767b403-7e5c-402b-8f91-f3fed2df70d8" providerId="AD" clId="Web-{7247A708-C8FF-4387-E643-96219D4E8070}" dt="2026-05-11T19:21:51.338" v="7" actId="1076"/>
          <ac:picMkLst>
            <pc:docMk/>
            <pc:sldMk cId="0" sldId="266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53.604" v="8" actId="1076"/>
        <pc:sldMkLst>
          <pc:docMk/>
          <pc:sldMk cId="0" sldId="267"/>
        </pc:sldMkLst>
        <pc:picChg chg="mod">
          <ac:chgData name="Carolyn Blake" userId="S::carolyn.blake@servicenow.com::e767b403-7e5c-402b-8f91-f3fed2df70d8" providerId="AD" clId="Web-{7247A708-C8FF-4387-E643-96219D4E8070}" dt="2026-05-11T19:21:53.604" v="8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55.885" v="9" actId="1076"/>
        <pc:sldMkLst>
          <pc:docMk/>
          <pc:sldMk cId="0" sldId="268"/>
        </pc:sldMkLst>
        <pc:picChg chg="mod">
          <ac:chgData name="Carolyn Blake" userId="S::carolyn.blake@servicenow.com::e767b403-7e5c-402b-8f91-f3fed2df70d8" providerId="AD" clId="Web-{7247A708-C8FF-4387-E643-96219D4E8070}" dt="2026-05-11T19:21:55.885" v="9" actId="1076"/>
          <ac:picMkLst>
            <pc:docMk/>
            <pc:sldMk cId="0" sldId="26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1:58.698" v="10" actId="1076"/>
        <pc:sldMkLst>
          <pc:docMk/>
          <pc:sldMk cId="0" sldId="269"/>
        </pc:sldMkLst>
        <pc:picChg chg="mod">
          <ac:chgData name="Carolyn Blake" userId="S::carolyn.blake@servicenow.com::e767b403-7e5c-402b-8f91-f3fed2df70d8" providerId="AD" clId="Web-{7247A708-C8FF-4387-E643-96219D4E8070}" dt="2026-05-11T19:21:58.698" v="10" actId="1076"/>
          <ac:picMkLst>
            <pc:docMk/>
            <pc:sldMk cId="0" sldId="269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00.823" v="11" actId="1076"/>
        <pc:sldMkLst>
          <pc:docMk/>
          <pc:sldMk cId="0" sldId="270"/>
        </pc:sldMkLst>
        <pc:picChg chg="mod">
          <ac:chgData name="Carolyn Blake" userId="S::carolyn.blake@servicenow.com::e767b403-7e5c-402b-8f91-f3fed2df70d8" providerId="AD" clId="Web-{7247A708-C8FF-4387-E643-96219D4E8070}" dt="2026-05-11T19:22:00.823" v="11" actId="1076"/>
          <ac:picMkLst>
            <pc:docMk/>
            <pc:sldMk cId="0" sldId="270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03.870" v="12" actId="1076"/>
        <pc:sldMkLst>
          <pc:docMk/>
          <pc:sldMk cId="0" sldId="271"/>
        </pc:sldMkLst>
        <pc:picChg chg="mod">
          <ac:chgData name="Carolyn Blake" userId="S::carolyn.blake@servicenow.com::e767b403-7e5c-402b-8f91-f3fed2df70d8" providerId="AD" clId="Web-{7247A708-C8FF-4387-E643-96219D4E8070}" dt="2026-05-11T19:22:03.870" v="12" actId="1076"/>
          <ac:picMkLst>
            <pc:docMk/>
            <pc:sldMk cId="0" sldId="271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06.026" v="13" actId="1076"/>
        <pc:sldMkLst>
          <pc:docMk/>
          <pc:sldMk cId="0" sldId="272"/>
        </pc:sldMkLst>
        <pc:picChg chg="mod">
          <ac:chgData name="Carolyn Blake" userId="S::carolyn.blake@servicenow.com::e767b403-7e5c-402b-8f91-f3fed2df70d8" providerId="AD" clId="Web-{7247A708-C8FF-4387-E643-96219D4E8070}" dt="2026-05-11T19:22:06.026" v="13" actId="1076"/>
          <ac:picMkLst>
            <pc:docMk/>
            <pc:sldMk cId="0" sldId="272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08.323" v="14" actId="1076"/>
        <pc:sldMkLst>
          <pc:docMk/>
          <pc:sldMk cId="0" sldId="273"/>
        </pc:sldMkLst>
        <pc:picChg chg="mod">
          <ac:chgData name="Carolyn Blake" userId="S::carolyn.blake@servicenow.com::e767b403-7e5c-402b-8f91-f3fed2df70d8" providerId="AD" clId="Web-{7247A708-C8FF-4387-E643-96219D4E8070}" dt="2026-05-11T19:22:08.323" v="14" actId="1076"/>
          <ac:picMkLst>
            <pc:docMk/>
            <pc:sldMk cId="0" sldId="273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10.667" v="15" actId="1076"/>
        <pc:sldMkLst>
          <pc:docMk/>
          <pc:sldMk cId="0" sldId="274"/>
        </pc:sldMkLst>
        <pc:picChg chg="mod">
          <ac:chgData name="Carolyn Blake" userId="S::carolyn.blake@servicenow.com::e767b403-7e5c-402b-8f91-f3fed2df70d8" providerId="AD" clId="Web-{7247A708-C8FF-4387-E643-96219D4E8070}" dt="2026-05-11T19:22:10.667" v="15" actId="1076"/>
          <ac:picMkLst>
            <pc:docMk/>
            <pc:sldMk cId="0" sldId="274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13.057" v="16" actId="1076"/>
        <pc:sldMkLst>
          <pc:docMk/>
          <pc:sldMk cId="0" sldId="275"/>
        </pc:sldMkLst>
        <pc:picChg chg="mod">
          <ac:chgData name="Carolyn Blake" userId="S::carolyn.blake@servicenow.com::e767b403-7e5c-402b-8f91-f3fed2df70d8" providerId="AD" clId="Web-{7247A708-C8FF-4387-E643-96219D4E8070}" dt="2026-05-11T19:22:13.057" v="16" actId="1076"/>
          <ac:picMkLst>
            <pc:docMk/>
            <pc:sldMk cId="0" sldId="275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14.870" v="17" actId="1076"/>
        <pc:sldMkLst>
          <pc:docMk/>
          <pc:sldMk cId="0" sldId="276"/>
        </pc:sldMkLst>
        <pc:picChg chg="mod">
          <ac:chgData name="Carolyn Blake" userId="S::carolyn.blake@servicenow.com::e767b403-7e5c-402b-8f91-f3fed2df70d8" providerId="AD" clId="Web-{7247A708-C8FF-4387-E643-96219D4E8070}" dt="2026-05-11T19:22:14.870" v="17" actId="1076"/>
          <ac:picMkLst>
            <pc:docMk/>
            <pc:sldMk cId="0" sldId="276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17.214" v="18" actId="1076"/>
        <pc:sldMkLst>
          <pc:docMk/>
          <pc:sldMk cId="0" sldId="277"/>
        </pc:sldMkLst>
        <pc:picChg chg="mod">
          <ac:chgData name="Carolyn Blake" userId="S::carolyn.blake@servicenow.com::e767b403-7e5c-402b-8f91-f3fed2df70d8" providerId="AD" clId="Web-{7247A708-C8FF-4387-E643-96219D4E8070}" dt="2026-05-11T19:22:17.214" v="18" actId="1076"/>
          <ac:picMkLst>
            <pc:docMk/>
            <pc:sldMk cId="0" sldId="277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20.167" v="19" actId="1076"/>
        <pc:sldMkLst>
          <pc:docMk/>
          <pc:sldMk cId="0" sldId="278"/>
        </pc:sldMkLst>
        <pc:picChg chg="mod">
          <ac:chgData name="Carolyn Blake" userId="S::carolyn.blake@servicenow.com::e767b403-7e5c-402b-8f91-f3fed2df70d8" providerId="AD" clId="Web-{7247A708-C8FF-4387-E643-96219D4E8070}" dt="2026-05-11T19:22:20.167" v="19" actId="1076"/>
          <ac:picMkLst>
            <pc:docMk/>
            <pc:sldMk cId="0" sldId="27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21.948" v="20" actId="1076"/>
        <pc:sldMkLst>
          <pc:docMk/>
          <pc:sldMk cId="0" sldId="279"/>
        </pc:sldMkLst>
        <pc:picChg chg="mod">
          <ac:chgData name="Carolyn Blake" userId="S::carolyn.blake@servicenow.com::e767b403-7e5c-402b-8f91-f3fed2df70d8" providerId="AD" clId="Web-{7247A708-C8FF-4387-E643-96219D4E8070}" dt="2026-05-11T19:22:21.948" v="20" actId="1076"/>
          <ac:picMkLst>
            <pc:docMk/>
            <pc:sldMk cId="0" sldId="279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23.933" v="21" actId="1076"/>
        <pc:sldMkLst>
          <pc:docMk/>
          <pc:sldMk cId="0" sldId="280"/>
        </pc:sldMkLst>
        <pc:picChg chg="mod">
          <ac:chgData name="Carolyn Blake" userId="S::carolyn.blake@servicenow.com::e767b403-7e5c-402b-8f91-f3fed2df70d8" providerId="AD" clId="Web-{7247A708-C8FF-4387-E643-96219D4E8070}" dt="2026-05-11T19:22:23.933" v="21" actId="1076"/>
          <ac:picMkLst>
            <pc:docMk/>
            <pc:sldMk cId="0" sldId="280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26.105" v="22" actId="1076"/>
        <pc:sldMkLst>
          <pc:docMk/>
          <pc:sldMk cId="0" sldId="281"/>
        </pc:sldMkLst>
        <pc:picChg chg="mod">
          <ac:chgData name="Carolyn Blake" userId="S::carolyn.blake@servicenow.com::e767b403-7e5c-402b-8f91-f3fed2df70d8" providerId="AD" clId="Web-{7247A708-C8FF-4387-E643-96219D4E8070}" dt="2026-05-11T19:22:26.105" v="22" actId="1076"/>
          <ac:picMkLst>
            <pc:docMk/>
            <pc:sldMk cId="0" sldId="281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28.152" v="23" actId="1076"/>
        <pc:sldMkLst>
          <pc:docMk/>
          <pc:sldMk cId="0" sldId="282"/>
        </pc:sldMkLst>
        <pc:picChg chg="mod">
          <ac:chgData name="Carolyn Blake" userId="S::carolyn.blake@servicenow.com::e767b403-7e5c-402b-8f91-f3fed2df70d8" providerId="AD" clId="Web-{7247A708-C8FF-4387-E643-96219D4E8070}" dt="2026-05-11T19:22:28.152" v="23" actId="1076"/>
          <ac:picMkLst>
            <pc:docMk/>
            <pc:sldMk cId="0" sldId="282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30.277" v="24" actId="1076"/>
        <pc:sldMkLst>
          <pc:docMk/>
          <pc:sldMk cId="0" sldId="283"/>
        </pc:sldMkLst>
        <pc:picChg chg="mod">
          <ac:chgData name="Carolyn Blake" userId="S::carolyn.blake@servicenow.com::e767b403-7e5c-402b-8f91-f3fed2df70d8" providerId="AD" clId="Web-{7247A708-C8FF-4387-E643-96219D4E8070}" dt="2026-05-11T19:22:30.277" v="24" actId="1076"/>
          <ac:picMkLst>
            <pc:docMk/>
            <pc:sldMk cId="0" sldId="283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33.042" v="25" actId="1076"/>
        <pc:sldMkLst>
          <pc:docMk/>
          <pc:sldMk cId="0" sldId="284"/>
        </pc:sldMkLst>
        <pc:picChg chg="mod">
          <ac:chgData name="Carolyn Blake" userId="S::carolyn.blake@servicenow.com::e767b403-7e5c-402b-8f91-f3fed2df70d8" providerId="AD" clId="Web-{7247A708-C8FF-4387-E643-96219D4E8070}" dt="2026-05-11T19:22:33.042" v="25" actId="1076"/>
          <ac:picMkLst>
            <pc:docMk/>
            <pc:sldMk cId="0" sldId="284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34.777" v="26" actId="1076"/>
        <pc:sldMkLst>
          <pc:docMk/>
          <pc:sldMk cId="0" sldId="285"/>
        </pc:sldMkLst>
        <pc:picChg chg="mod">
          <ac:chgData name="Carolyn Blake" userId="S::carolyn.blake@servicenow.com::e767b403-7e5c-402b-8f91-f3fed2df70d8" providerId="AD" clId="Web-{7247A708-C8FF-4387-E643-96219D4E8070}" dt="2026-05-11T19:22:34.777" v="26" actId="1076"/>
          <ac:picMkLst>
            <pc:docMk/>
            <pc:sldMk cId="0" sldId="285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36.418" v="27" actId="1076"/>
        <pc:sldMkLst>
          <pc:docMk/>
          <pc:sldMk cId="0" sldId="286"/>
        </pc:sldMkLst>
        <pc:picChg chg="mod">
          <ac:chgData name="Carolyn Blake" userId="S::carolyn.blake@servicenow.com::e767b403-7e5c-402b-8f91-f3fed2df70d8" providerId="AD" clId="Web-{7247A708-C8FF-4387-E643-96219D4E8070}" dt="2026-05-11T19:22:36.418" v="27" actId="1076"/>
          <ac:picMkLst>
            <pc:docMk/>
            <pc:sldMk cId="0" sldId="286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38.152" v="28" actId="1076"/>
        <pc:sldMkLst>
          <pc:docMk/>
          <pc:sldMk cId="0" sldId="287"/>
        </pc:sldMkLst>
        <pc:picChg chg="mod">
          <ac:chgData name="Carolyn Blake" userId="S::carolyn.blake@servicenow.com::e767b403-7e5c-402b-8f91-f3fed2df70d8" providerId="AD" clId="Web-{7247A708-C8FF-4387-E643-96219D4E8070}" dt="2026-05-11T19:22:38.152" v="28" actId="1076"/>
          <ac:picMkLst>
            <pc:docMk/>
            <pc:sldMk cId="0" sldId="287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42.058" v="29" actId="1076"/>
        <pc:sldMkLst>
          <pc:docMk/>
          <pc:sldMk cId="0" sldId="288"/>
        </pc:sldMkLst>
        <pc:picChg chg="mod">
          <ac:chgData name="Carolyn Blake" userId="S::carolyn.blake@servicenow.com::e767b403-7e5c-402b-8f91-f3fed2df70d8" providerId="AD" clId="Web-{7247A708-C8FF-4387-E643-96219D4E8070}" dt="2026-05-11T19:22:42.058" v="29" actId="1076"/>
          <ac:picMkLst>
            <pc:docMk/>
            <pc:sldMk cId="0" sldId="28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42.355" v="30" actId="1076"/>
        <pc:sldMkLst>
          <pc:docMk/>
          <pc:sldMk cId="0" sldId="289"/>
        </pc:sldMkLst>
        <pc:picChg chg="mod">
          <ac:chgData name="Carolyn Blake" userId="S::carolyn.blake@servicenow.com::e767b403-7e5c-402b-8f91-f3fed2df70d8" providerId="AD" clId="Web-{7247A708-C8FF-4387-E643-96219D4E8070}" dt="2026-05-11T19:22:42.355" v="30" actId="1076"/>
          <ac:picMkLst>
            <pc:docMk/>
            <pc:sldMk cId="0" sldId="289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45.074" v="31" actId="1076"/>
        <pc:sldMkLst>
          <pc:docMk/>
          <pc:sldMk cId="0" sldId="290"/>
        </pc:sldMkLst>
        <pc:picChg chg="mod">
          <ac:chgData name="Carolyn Blake" userId="S::carolyn.blake@servicenow.com::e767b403-7e5c-402b-8f91-f3fed2df70d8" providerId="AD" clId="Web-{7247A708-C8FF-4387-E643-96219D4E8070}" dt="2026-05-11T19:22:45.074" v="31" actId="1076"/>
          <ac:picMkLst>
            <pc:docMk/>
            <pc:sldMk cId="0" sldId="290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47.059" v="32" actId="1076"/>
        <pc:sldMkLst>
          <pc:docMk/>
          <pc:sldMk cId="0" sldId="291"/>
        </pc:sldMkLst>
        <pc:picChg chg="mod">
          <ac:chgData name="Carolyn Blake" userId="S::carolyn.blake@servicenow.com::e767b403-7e5c-402b-8f91-f3fed2df70d8" providerId="AD" clId="Web-{7247A708-C8FF-4387-E643-96219D4E8070}" dt="2026-05-11T19:22:47.059" v="32" actId="1076"/>
          <ac:picMkLst>
            <pc:docMk/>
            <pc:sldMk cId="0" sldId="291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49.871" v="33" actId="1076"/>
        <pc:sldMkLst>
          <pc:docMk/>
          <pc:sldMk cId="0" sldId="292"/>
        </pc:sldMkLst>
        <pc:picChg chg="mod">
          <ac:chgData name="Carolyn Blake" userId="S::carolyn.blake@servicenow.com::e767b403-7e5c-402b-8f91-f3fed2df70d8" providerId="AD" clId="Web-{7247A708-C8FF-4387-E643-96219D4E8070}" dt="2026-05-11T19:22:49.871" v="33" actId="1076"/>
          <ac:picMkLst>
            <pc:docMk/>
            <pc:sldMk cId="0" sldId="292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51.918" v="34" actId="1076"/>
        <pc:sldMkLst>
          <pc:docMk/>
          <pc:sldMk cId="0" sldId="293"/>
        </pc:sldMkLst>
        <pc:picChg chg="mod">
          <ac:chgData name="Carolyn Blake" userId="S::carolyn.blake@servicenow.com::e767b403-7e5c-402b-8f91-f3fed2df70d8" providerId="AD" clId="Web-{7247A708-C8FF-4387-E643-96219D4E8070}" dt="2026-05-11T19:22:51.918" v="34" actId="1076"/>
          <ac:picMkLst>
            <pc:docMk/>
            <pc:sldMk cId="0" sldId="293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53.809" v="35" actId="1076"/>
        <pc:sldMkLst>
          <pc:docMk/>
          <pc:sldMk cId="0" sldId="294"/>
        </pc:sldMkLst>
        <pc:picChg chg="mod">
          <ac:chgData name="Carolyn Blake" userId="S::carolyn.blake@servicenow.com::e767b403-7e5c-402b-8f91-f3fed2df70d8" providerId="AD" clId="Web-{7247A708-C8FF-4387-E643-96219D4E8070}" dt="2026-05-11T19:22:53.809" v="35" actId="1076"/>
          <ac:picMkLst>
            <pc:docMk/>
            <pc:sldMk cId="0" sldId="294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58.590" v="37" actId="1076"/>
        <pc:sldMkLst>
          <pc:docMk/>
          <pc:sldMk cId="0" sldId="295"/>
        </pc:sldMkLst>
        <pc:picChg chg="mod">
          <ac:chgData name="Carolyn Blake" userId="S::carolyn.blake@servicenow.com::e767b403-7e5c-402b-8f91-f3fed2df70d8" providerId="AD" clId="Web-{7247A708-C8FF-4387-E643-96219D4E8070}" dt="2026-05-11T19:22:58.590" v="37" actId="1076"/>
          <ac:picMkLst>
            <pc:docMk/>
            <pc:sldMk cId="0" sldId="295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56.746" v="36" actId="1076"/>
        <pc:sldMkLst>
          <pc:docMk/>
          <pc:sldMk cId="0" sldId="296"/>
        </pc:sldMkLst>
        <pc:picChg chg="mod">
          <ac:chgData name="Carolyn Blake" userId="S::carolyn.blake@servicenow.com::e767b403-7e5c-402b-8f91-f3fed2df70d8" providerId="AD" clId="Web-{7247A708-C8FF-4387-E643-96219D4E8070}" dt="2026-05-11T19:22:56.746" v="36" actId="1076"/>
          <ac:picMkLst>
            <pc:docMk/>
            <pc:sldMk cId="0" sldId="296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2:59.840" v="38" actId="1076"/>
        <pc:sldMkLst>
          <pc:docMk/>
          <pc:sldMk cId="0" sldId="297"/>
        </pc:sldMkLst>
        <pc:picChg chg="mod">
          <ac:chgData name="Carolyn Blake" userId="S::carolyn.blake@servicenow.com::e767b403-7e5c-402b-8f91-f3fed2df70d8" providerId="AD" clId="Web-{7247A708-C8FF-4387-E643-96219D4E8070}" dt="2026-05-11T19:22:59.840" v="38" actId="1076"/>
          <ac:picMkLst>
            <pc:docMk/>
            <pc:sldMk cId="0" sldId="297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01.371" v="39" actId="1076"/>
        <pc:sldMkLst>
          <pc:docMk/>
          <pc:sldMk cId="0" sldId="298"/>
        </pc:sldMkLst>
        <pc:picChg chg="mod">
          <ac:chgData name="Carolyn Blake" userId="S::carolyn.blake@servicenow.com::e767b403-7e5c-402b-8f91-f3fed2df70d8" providerId="AD" clId="Web-{7247A708-C8FF-4387-E643-96219D4E8070}" dt="2026-05-11T19:23:01.371" v="39" actId="1076"/>
          <ac:picMkLst>
            <pc:docMk/>
            <pc:sldMk cId="0" sldId="29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04.497" v="40" actId="1076"/>
        <pc:sldMkLst>
          <pc:docMk/>
          <pc:sldMk cId="0" sldId="299"/>
        </pc:sldMkLst>
        <pc:picChg chg="mod">
          <ac:chgData name="Carolyn Blake" userId="S::carolyn.blake@servicenow.com::e767b403-7e5c-402b-8f91-f3fed2df70d8" providerId="AD" clId="Web-{7247A708-C8FF-4387-E643-96219D4E8070}" dt="2026-05-11T19:23:04.497" v="40" actId="1076"/>
          <ac:picMkLst>
            <pc:docMk/>
            <pc:sldMk cId="0" sldId="299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05.731" v="41" actId="1076"/>
        <pc:sldMkLst>
          <pc:docMk/>
          <pc:sldMk cId="0" sldId="300"/>
        </pc:sldMkLst>
        <pc:picChg chg="mod">
          <ac:chgData name="Carolyn Blake" userId="S::carolyn.blake@servicenow.com::e767b403-7e5c-402b-8f91-f3fed2df70d8" providerId="AD" clId="Web-{7247A708-C8FF-4387-E643-96219D4E8070}" dt="2026-05-11T19:23:05.731" v="41" actId="1076"/>
          <ac:picMkLst>
            <pc:docMk/>
            <pc:sldMk cId="0" sldId="300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07.700" v="42" actId="1076"/>
        <pc:sldMkLst>
          <pc:docMk/>
          <pc:sldMk cId="0" sldId="301"/>
        </pc:sldMkLst>
        <pc:picChg chg="mod">
          <ac:chgData name="Carolyn Blake" userId="S::carolyn.blake@servicenow.com::e767b403-7e5c-402b-8f91-f3fed2df70d8" providerId="AD" clId="Web-{7247A708-C8FF-4387-E643-96219D4E8070}" dt="2026-05-11T19:23:07.700" v="42" actId="1076"/>
          <ac:picMkLst>
            <pc:docMk/>
            <pc:sldMk cId="0" sldId="301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10.137" v="43" actId="1076"/>
        <pc:sldMkLst>
          <pc:docMk/>
          <pc:sldMk cId="0" sldId="302"/>
        </pc:sldMkLst>
        <pc:picChg chg="mod">
          <ac:chgData name="Carolyn Blake" userId="S::carolyn.blake@servicenow.com::e767b403-7e5c-402b-8f91-f3fed2df70d8" providerId="AD" clId="Web-{7247A708-C8FF-4387-E643-96219D4E8070}" dt="2026-05-11T19:23:10.137" v="43" actId="1076"/>
          <ac:picMkLst>
            <pc:docMk/>
            <pc:sldMk cId="0" sldId="302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12.747" v="44" actId="1076"/>
        <pc:sldMkLst>
          <pc:docMk/>
          <pc:sldMk cId="0" sldId="303"/>
        </pc:sldMkLst>
        <pc:picChg chg="mod">
          <ac:chgData name="Carolyn Blake" userId="S::carolyn.blake@servicenow.com::e767b403-7e5c-402b-8f91-f3fed2df70d8" providerId="AD" clId="Web-{7247A708-C8FF-4387-E643-96219D4E8070}" dt="2026-05-11T19:23:12.747" v="44" actId="1076"/>
          <ac:picMkLst>
            <pc:docMk/>
            <pc:sldMk cId="0" sldId="303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14.981" v="45" actId="1076"/>
        <pc:sldMkLst>
          <pc:docMk/>
          <pc:sldMk cId="0" sldId="304"/>
        </pc:sldMkLst>
        <pc:picChg chg="mod">
          <ac:chgData name="Carolyn Blake" userId="S::carolyn.blake@servicenow.com::e767b403-7e5c-402b-8f91-f3fed2df70d8" providerId="AD" clId="Web-{7247A708-C8FF-4387-E643-96219D4E8070}" dt="2026-05-11T19:23:14.981" v="45" actId="1076"/>
          <ac:picMkLst>
            <pc:docMk/>
            <pc:sldMk cId="0" sldId="304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19.231" v="46" actId="1076"/>
        <pc:sldMkLst>
          <pc:docMk/>
          <pc:sldMk cId="0" sldId="305"/>
        </pc:sldMkLst>
        <pc:picChg chg="mod">
          <ac:chgData name="Carolyn Blake" userId="S::carolyn.blake@servicenow.com::e767b403-7e5c-402b-8f91-f3fed2df70d8" providerId="AD" clId="Web-{7247A708-C8FF-4387-E643-96219D4E8070}" dt="2026-05-11T19:23:19.231" v="46" actId="1076"/>
          <ac:picMkLst>
            <pc:docMk/>
            <pc:sldMk cId="0" sldId="305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20.653" v="47" actId="1076"/>
        <pc:sldMkLst>
          <pc:docMk/>
          <pc:sldMk cId="0" sldId="306"/>
        </pc:sldMkLst>
        <pc:picChg chg="mod">
          <ac:chgData name="Carolyn Blake" userId="S::carolyn.blake@servicenow.com::e767b403-7e5c-402b-8f91-f3fed2df70d8" providerId="AD" clId="Web-{7247A708-C8FF-4387-E643-96219D4E8070}" dt="2026-05-11T19:23:20.653" v="47" actId="1076"/>
          <ac:picMkLst>
            <pc:docMk/>
            <pc:sldMk cId="0" sldId="306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22.497" v="48" actId="1076"/>
        <pc:sldMkLst>
          <pc:docMk/>
          <pc:sldMk cId="0" sldId="307"/>
        </pc:sldMkLst>
        <pc:picChg chg="mod">
          <ac:chgData name="Carolyn Blake" userId="S::carolyn.blake@servicenow.com::e767b403-7e5c-402b-8f91-f3fed2df70d8" providerId="AD" clId="Web-{7247A708-C8FF-4387-E643-96219D4E8070}" dt="2026-05-11T19:23:22.497" v="48" actId="1076"/>
          <ac:picMkLst>
            <pc:docMk/>
            <pc:sldMk cId="0" sldId="307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24.435" v="49" actId="1076"/>
        <pc:sldMkLst>
          <pc:docMk/>
          <pc:sldMk cId="0" sldId="308"/>
        </pc:sldMkLst>
        <pc:picChg chg="mod">
          <ac:chgData name="Carolyn Blake" userId="S::carolyn.blake@servicenow.com::e767b403-7e5c-402b-8f91-f3fed2df70d8" providerId="AD" clId="Web-{7247A708-C8FF-4387-E643-96219D4E8070}" dt="2026-05-11T19:23:24.435" v="49" actId="1076"/>
          <ac:picMkLst>
            <pc:docMk/>
            <pc:sldMk cId="0" sldId="30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7247A708-C8FF-4387-E643-96219D4E8070}" dt="2026-05-11T19:23:27.075" v="50" actId="1076"/>
        <pc:sldMkLst>
          <pc:docMk/>
          <pc:sldMk cId="0" sldId="309"/>
        </pc:sldMkLst>
        <pc:picChg chg="mod">
          <ac:chgData name="Carolyn Blake" userId="S::carolyn.blake@servicenow.com::e767b403-7e5c-402b-8f91-f3fed2df70d8" providerId="AD" clId="Web-{7247A708-C8FF-4387-E643-96219D4E8070}" dt="2026-05-11T19:23:27.075" v="50" actId="1076"/>
          <ac:picMkLst>
            <pc:docMk/>
            <pc:sldMk cId="0" sldId="309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D2D6B"/>
                </a:solidFill>
              </a:rPr>
              <a:t>IT QUARTERLY BUSINESS REVIEW — Q1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45577"/>
                </a:solidFill>
              </a:rPr>
              <a:t>IT Leadership  |  Board Distribution  |  Confidential</a:t>
            </a:r>
          </a:p>
          <a:p>
            <a:r>
              <a:t>02 April 2025  |  James Wu, CTO  |  David Kim, CISO  |  Angela Brooks, IT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Q1 2025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Service performance — three SLA categories in BREACH</a:t>
            </a:r>
          </a:p>
          <a:p>
            <a:pPr lvl="1"/>
            <a:r>
              <a:rPr sz="1600"/>
              <a:t>P1 SLA: 84.2% vs 99.0% — INC0001234 APAC BGP outage drove 2 of 4 P1 breaches</a:t>
            </a:r>
          </a:p>
          <a:p>
            <a:pPr lvl="1"/>
            <a:r>
              <a:rPr sz="1600"/>
              <a:t>P2 SLA: 91.7% vs 95.0% — INC0001789 DataVault API February breach</a:t>
            </a:r>
          </a:p>
          <a:p>
            <a:pPr lvl="1"/>
            <a:r>
              <a:rPr sz="1600"/>
              <a:t>Availability: 99.71% vs 99.9% — APAC 2h 35min = 0.29% monthly downtime</a:t>
            </a:r>
          </a:p>
          <a:p>
            <a:r>
              <a:rPr sz="1800"/>
              <a:t>Key achievements</a:t>
            </a:r>
          </a:p>
          <a:p>
            <a:pPr lvl="1"/>
            <a:r>
              <a:rPr sz="1600"/>
              <a:t>ServiceNow Vancouver — zero post-go-live incidents — 8,412 flows migrated</a:t>
            </a:r>
          </a:p>
          <a:p>
            <a:pPr lvl="1"/>
            <a:r>
              <a:rPr sz="1600"/>
              <a:t>CMDB coverage: 68%→78% — Phase 1 discovery patterns deployed</a:t>
            </a:r>
          </a:p>
          <a:p>
            <a:r>
              <a:rPr sz="1800"/>
              <a:t>Investments required — decisions urgent</a:t>
            </a:r>
          </a:p>
          <a:p>
            <a:pPr lvl="1"/>
            <a:r>
              <a:rPr sz="1600"/>
              <a:t>GPU cluster 98.1% peak — $220K decision required by January 24</a:t>
            </a:r>
          </a:p>
          <a:p>
            <a:pPr lvl="1"/>
            <a:r>
              <a:rPr sz="1600"/>
              <a:t>SAN Primary: 9.3 months to full — $310K order needed by March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Q1 2025 | Target: P1 99%, P2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H1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Critical systems | Target &lt; 85%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— Q1 2025 Full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IT Director Review | 10 providers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797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Count by Month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ITSM | All priorities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SLA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months | SLA target: 99.0%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797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Investment Summary — H1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CTO approval required for CRITICAL items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61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Scores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Vendor Management | Max 100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Change Success Rate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successful vs all changes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 — Full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ITSM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797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Patch Compliance — Jan 2025 Emergency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Policy: 95% within 72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Volume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P1 and P2 by month | Source: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972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Performance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SLA categories vs target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9138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Mar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Q1 2025 | Improvement trend continuing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H1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Critical systems | Target &lt; 85%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61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— Q1 2025 Full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IT Director Review | 10 providers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797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Change Success Rate by Month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Change Mgmt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SLA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months | SLA target: 99.0%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Investment Summary — H1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CTO approval required for CRITICAL items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CMDB Health Metrics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Discovery | Target 90%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Change Success Rate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successful vs all changes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 — Full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ITSM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38555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Feb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Q1 2025 | INC0001789 DataVault impact in P2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2097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Volume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P1 and P2 by month | Source: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Performance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SLA categories vs target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Critical Incident Count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| SLA target: 99.0%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H1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Critical systems | Target &lt; 85%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972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— Q1 2025 Full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IT Director Review | 10 providers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IT Budget Utilisation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categories | USD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SLA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months | SLA target: 99.0%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Investment Summary — H1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CTO approval required for CRITICAL items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9138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Q1 2025 | Target: P1 99%, P2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Change Success Rate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successful vs all changes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 — Full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ITSM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Count by Month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ITSM | All priorities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9138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Volume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P1 and P2 by month | Source: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972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Performance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SLA categories vs target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Scores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Vendor Management | Max 100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H1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Critical systems | Target &lt; 85%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— Q1 2025 Full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IT Director Review | 10 providers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2097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Patch Compliance — Jan 2025 Emergency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Policy: 95% within 72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SLA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months | SLA target: 99.0%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96763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Investment Summary — H1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CTO approval required for CRITICAL items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797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Mar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Q1 2025 | Improvement trend continuing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797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Change Success Rate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successful vs all changes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347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 — Full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ITSM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38555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Change Success Rate by Month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Change Mgmt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38555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Volume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P1 and P2 by month | Source: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Performance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All SLA categories vs target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CMDB Health Metrics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Source: ServiceNow Discovery | Target 90%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H1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Critical systems | Target &lt; 85%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— Q1 2025 Full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IT Director Review | 10 providers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305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Feb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Q1 2025 | INC0001789 DataVault impact in P2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9722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Q2 2025 Priorities and Investment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Investment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/>
                        <a:t>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GPU Farm p3.8xl reservation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James Wu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2025-01-24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$220K/yr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/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VMware APAC blade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Angela Brooks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2025-01-31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$84K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SAN Primary expansion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Mike Torres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2025-03-15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$310K capex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Azure Blob backup 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Ravi Patel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2025-02-28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$43K/yr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MFA: 14 admin accounts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David Kim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2025-04-30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Staff time only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IT QUARTERLY BUSINESS REVIEW — Q1 2025</vt:lpstr>
      <vt:lpstr>Q1 2025 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Q2 2025 Priorities and Investment Decisions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21</cp:revision>
  <dcterms:created xsi:type="dcterms:W3CDTF">2013-01-27T09:14:16Z</dcterms:created>
  <dcterms:modified xsi:type="dcterms:W3CDTF">2026-05-11T19:23:36Z</dcterms:modified>
  <cp:category/>
</cp:coreProperties>
</file>