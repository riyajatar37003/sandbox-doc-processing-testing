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D2D6B"/>
                </a:solidFill>
              </a:rPr>
              <a:t>SECURITY INCIDENT BRIEF</a:t>
            </a:r>
          </a:p>
          <a:p>
            <a:r>
              <a:t>INC0001234 — APAC BGP OUTAGE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45577"/>
                </a:solidFill>
              </a:rPr>
              <a:t>Post-Incident Review  |  IT Leadership  |  Confidential</a:t>
            </a:r>
          </a:p>
          <a:p>
            <a:r>
              <a:t>14 January 2025  |  Presented by: James Wu, 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Incident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P1 BGP outage — APAC region — 14 January 2025</a:t>
            </a:r>
          </a:p>
          <a:p>
            <a:pPr lvl="1"/>
            <a:r>
              <a:rPr sz="1600"/>
              <a:t>Duration: 2 hours 35 minutes  (SLA target: 2 hours — BREACH)</a:t>
            </a:r>
          </a:p>
          <a:p>
            <a:pPr lvl="1"/>
            <a:r>
              <a:rPr sz="1600"/>
              <a:t>Affected users: 847 across Singapore, Sydney, Tokyo</a:t>
            </a:r>
          </a:p>
          <a:p>
            <a:pPr lvl="1"/>
            <a:r>
              <a:rPr sz="1600"/>
              <a:t>Business impact: USD 142,000 total</a:t>
            </a:r>
          </a:p>
          <a:p>
            <a:pPr/>
            <a:r>
              <a:rPr sz="1800"/>
              <a:t>Root cause: Ansible Tower job AT-4421 applied DR BGP filter to production</a:t>
            </a:r>
          </a:p>
          <a:p>
            <a:pPr lvl="1"/>
            <a:r>
              <a:rPr sz="1600"/>
              <a:t>CI/CD approval gate defect — state != Cancelled instead of state == Approved</a:t>
            </a:r>
          </a:p>
          <a:p>
            <a:pPr lvl="1"/>
            <a:r>
              <a:rPr sz="1600"/>
              <a:t>Production and DR routers shared the same Ansible inventory tag 'APAC'</a:t>
            </a:r>
          </a:p>
          <a:p>
            <a:pPr/>
            <a:r>
              <a:rPr sz="1800"/>
              <a:t>Resolution: Manual BGP config rollback at 06:22 UTC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Impact Breakdown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801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Systems Affected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Cost (USD)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SAP ERP — EDI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APAC app servers — logistics EDI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$94,000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Staff Productivity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 APAC users — all corporate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Customer SLA Credits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Acme Global, Pacific Logistics, SG Financial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Salesforce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Sales team — opportunity updates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Incident Overtime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NOC, Network, DevOps teams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After-hours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$2,040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Technical root cause: Jenkinsfile approval gate logic defect</a:t>
            </a:r>
          </a:p>
          <a:p>
            <a:pPr lvl="1"/>
            <a:r>
              <a:rPr sz="1600"/>
              <a:t>Gate evaluated: state != 'Cancelled'  ← WRONG</a:t>
            </a:r>
          </a:p>
          <a:p>
            <a:pPr lvl="1"/>
            <a:r>
              <a:rPr sz="1600"/>
              <a:t>Should evaluate: state == 'Approved'  ← CORRECT</a:t>
            </a:r>
          </a:p>
          <a:p>
            <a:pPr lvl="1"/>
            <a:r>
              <a:rPr sz="1600"/>
              <a:t>Any job not explicitly cancelled bypassed Network CAB review</a:t>
            </a:r>
          </a:p>
          <a:p>
            <a:pPr/>
            <a:r>
              <a:rPr sz="1800"/>
              <a:t>Contributing factors</a:t>
            </a:r>
          </a:p>
          <a:p>
            <a:pPr lvl="1"/>
            <a:r>
              <a:rPr sz="1600"/>
              <a:t>DR and production routers shared Ansible inventory tag 'APAC'</a:t>
            </a:r>
          </a:p>
          <a:p>
            <a:pPr lvl="1"/>
            <a:r>
              <a:rPr sz="1600"/>
              <a:t>No pre-flight BGP diff validation before executing config changes</a:t>
            </a:r>
          </a:p>
          <a:p>
            <a:pPr lvl="1"/>
            <a:r>
              <a:rPr sz="1600"/>
              <a:t>AT-4421 classified as routine automation — not subject to change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Key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Immediate (by 2025-01-21)</a:t>
            </a:r>
          </a:p>
          <a:p>
            <a:pPr lvl="1"/>
            <a:r>
              <a:rPr sz="1600"/>
              <a:t>CA-01: Fix Jenkinsfile gate logic — state == Approved  (Platform Eng)</a:t>
            </a:r>
          </a:p>
          <a:p>
            <a:pPr lvl="1"/>
            <a:r>
              <a:rPr sz="1600"/>
              <a:t>CA-04: Classify all automated network jobs as Changes requiring CAB approval</a:t>
            </a:r>
          </a:p>
          <a:p>
            <a:pPr/>
            <a:r>
              <a:rPr sz="1800"/>
              <a:t>Short-term (by 2025-01-28)</a:t>
            </a:r>
          </a:p>
          <a:p>
            <a:pPr lvl="1"/>
            <a:r>
              <a:rPr sz="1600"/>
              <a:t>CA-02: Add pre-flight BGP diff check — abort if &gt; 5-line diff (Automation)</a:t>
            </a:r>
          </a:p>
          <a:p>
            <a:pPr lvl="1"/>
            <a:r>
              <a:rPr sz="1600"/>
              <a:t>CA-03: Separate DR and production Ansible inventory tags (Mike Torres) ✓ Done</a:t>
            </a:r>
          </a:p>
          <a:p>
            <a:pPr/>
            <a:r>
              <a:rPr sz="1800"/>
              <a:t>Medium-term (by 2025-02-07)</a:t>
            </a:r>
          </a:p>
          <a:p>
            <a:pPr lvl="1"/>
            <a:r>
              <a:rPr sz="1600"/>
              <a:t>CA-06: Audit all 47 Ansible templates for logic gate defects</a:t>
            </a:r>
          </a:p>
          <a:p>
            <a:pPr lvl="1"/>
            <a:r>
              <a:rPr sz="1600"/>
              <a:t>CA-07: Full post-mortem with CTO and Head of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Q1 2025 SLA 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Q1 Compliance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Key Driver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/>
                        <a:t>P1 Resolution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84.2%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99.0%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BREACH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INC0001234 caused 2 of 3 Jan breaches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/>
                        <a:t>P2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INC0001789 DataVault API —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/>
                        <a:t>P3 Resolution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94.3%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90.0%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Within target all three months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/>
                        <a:t>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99.71%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APAC outage: 0.29% downtime in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Lessons Learned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Process improvements</a:t>
            </a:r>
          </a:p>
          <a:p>
            <a:pPr lvl="1"/>
            <a:r>
              <a:rPr sz="1600"/>
              <a:t>All automation touching Tier 1 network must follow Change Management</a:t>
            </a:r>
          </a:p>
          <a:p>
            <a:pPr lvl="1"/>
            <a:r>
              <a:rPr sz="1600"/>
              <a:t>Emergency Change process will be drilled quarterly with NOC team</a:t>
            </a:r>
          </a:p>
          <a:p>
            <a:pPr/>
            <a:r>
              <a:rPr sz="1800"/>
              <a:t>Technical improvements</a:t>
            </a:r>
          </a:p>
          <a:p>
            <a:pPr lvl="1"/>
            <a:r>
              <a:rPr sz="1600"/>
              <a:t>Ansible inventory to enforce strict environment tagging (DR vs PROD)</a:t>
            </a:r>
          </a:p>
          <a:p>
            <a:pPr lvl="1"/>
            <a:r>
              <a:rPr sz="1600"/>
              <a:t>Pre-flight validation mandatory for all network config automation</a:t>
            </a:r>
          </a:p>
          <a:p>
            <a:pPr/>
            <a:r>
              <a:rPr sz="1800"/>
              <a:t>Monitoring improvements</a:t>
            </a:r>
          </a:p>
          <a:p>
            <a:pPr lvl="1"/>
            <a:r>
              <a:rPr sz="1600"/>
              <a:t>BGP peer count alert threshold lowered: alert at peer loss within 30 sec</a:t>
            </a:r>
          </a:p>
          <a:p>
            <a:pPr lvl="1"/>
            <a:r>
              <a:rPr sz="1600"/>
              <a:t>Datadog synthetic BGP check added to APAC health dashboard</a:t>
            </a:r>
          </a:p>
          <a:p>
            <a:pPr/>
            <a:r>
              <a:rPr sz="1800"/>
              <a:t>Post-mortem date: 16 January 2025  10:00 UTC  |  All stakeholders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